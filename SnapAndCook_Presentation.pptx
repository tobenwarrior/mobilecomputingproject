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JWJMpj2Y8c0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WJMpj2Y8c0" TargetMode="External"/><Relationship Id="rId2" Type="http://schemas.openxmlformats.org/officeDocument/2006/relationships/hyperlink" Target="https://github.com/tobenwarrior/MobileComputingProjec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932522-55BA-E707-C0E5-85D5FAD83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281" y="0"/>
            <a:ext cx="3970255" cy="39702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1" y="0"/>
            <a:ext cx="12188825" cy="9144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1" y="6766560"/>
            <a:ext cx="12188825" cy="9144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" y="1769849"/>
            <a:ext cx="121888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FFFFFF"/>
                </a:solidFill>
                <a:latin typeface="Calibri"/>
              </a:rPr>
              <a:t>Snap</a:t>
            </a:r>
            <a:r>
              <a:rPr lang="en-SG" sz="7200" b="1" i="0" dirty="0">
                <a:solidFill>
                  <a:srgbClr val="FFFFFF"/>
                </a:solidFill>
                <a:latin typeface="Calibri"/>
              </a:rPr>
              <a:t>						</a:t>
            </a:r>
            <a:r>
              <a:rPr sz="7200" b="1" i="0" dirty="0">
                <a:solidFill>
                  <a:srgbClr val="FFFFFF"/>
                </a:solidFill>
                <a:latin typeface="Calibri"/>
              </a:rPr>
              <a:t>Cook</a:t>
            </a:r>
            <a:endParaRPr lang="en-SG" sz="72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SG" sz="7200" b="1" dirty="0">
                <a:solidFill>
                  <a:srgbClr val="FFFFFF"/>
                </a:solidFill>
                <a:latin typeface="Calibri"/>
              </a:rPr>
              <a:t>&amp;</a:t>
            </a:r>
            <a:endParaRPr sz="7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4009" y="3862730"/>
            <a:ext cx="640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FFA726"/>
                </a:solidFill>
                <a:latin typeface="Calibri"/>
              </a:rPr>
              <a:t>Snap. Detect. Cook.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09" y="4391799"/>
            <a:ext cx="640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66BB6A"/>
                </a:solidFill>
                <a:latin typeface="Calibri"/>
              </a:rPr>
              <a:t>AI-powered ingredient detection
and hands-free guided cooking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8464" y="5412757"/>
            <a:ext cx="87918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80CBC4"/>
                </a:solidFill>
                <a:latin typeface="Calibri"/>
              </a:rPr>
              <a:t>Ernest Ho  ·  Lucas Yee  ·  Tan Shun Zhi Tomy</a:t>
            </a:r>
            <a:r>
              <a:rPr lang="en-SG" sz="1300" b="0" i="0" dirty="0">
                <a:solidFill>
                  <a:srgbClr val="80CBC4"/>
                </a:solidFill>
                <a:latin typeface="Calibri"/>
              </a:rPr>
              <a:t> </a:t>
            </a:r>
            <a:r>
              <a:rPr lang="en-SG" sz="1300" dirty="0">
                <a:solidFill>
                  <a:srgbClr val="80CBC4"/>
                </a:solidFill>
              </a:rPr>
              <a:t> ·  </a:t>
            </a:r>
            <a:r>
              <a:rPr sz="1300" b="0" i="0" dirty="0">
                <a:solidFill>
                  <a:srgbClr val="80CBC4"/>
                </a:solidFill>
                <a:latin typeface="Calibri"/>
              </a:rPr>
              <a:t>Wong Woon Li  ·  Yan Yu  ·  Muhammad Zikry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" y="6175936"/>
            <a:ext cx="12188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6BB6A"/>
                </a:solidFill>
                <a:latin typeface="Calibri"/>
              </a:rPr>
              <a:t>CSD3156 Mobile and Cloud Computing  |  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Survey of 5 home cooks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1576304" cy="7498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A726"/>
                </a:solidFill>
                <a:latin typeface="Calibri"/>
              </a:rPr>
              <a:t>4 out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681" y="1390440"/>
            <a:ext cx="7370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surveyed regularly threw away ingredients because they did not know what to cook with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84831"/>
            <a:ext cx="2176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2176272" cy="56692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97863" y="2084831"/>
            <a:ext cx="512064" cy="5120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3" y="20848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2039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Sarah,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3580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29000"/>
            <a:ext cx="19933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12121"/>
                </a:solidFill>
                <a:latin typeface="Calibri"/>
              </a:rPr>
              <a:t>"I always end up throwing out vegetables
because I have no idea what to do with them."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2084831"/>
            <a:ext cx="2176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15768" y="2084831"/>
            <a:ext cx="2176272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47872" y="2084831"/>
            <a:ext cx="512064" cy="5120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47872" y="20848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2724912"/>
            <a:ext cx="2039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James, 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03580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Working Professional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3429000"/>
            <a:ext cx="19933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12121"/>
                </a:solidFill>
                <a:latin typeface="Calibri"/>
              </a:rPr>
              <a:t>"I buy groceries weekly but half of it
goes to waste before I cook it."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5775" y="2084831"/>
            <a:ext cx="2176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65775" y="2084831"/>
            <a:ext cx="2176272" cy="5669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79" y="2084831"/>
            <a:ext cx="512064" cy="512064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79" y="20848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5" y="2724912"/>
            <a:ext cx="2039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Mei Ling, 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5" y="303580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Home Cook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3" y="3429000"/>
            <a:ext cx="19933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12121"/>
                </a:solidFill>
                <a:latin typeface="Calibri"/>
              </a:rPr>
              <a:t>"Random bits of food just pile up and
expire in the back of my fridge."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5783" y="2084831"/>
            <a:ext cx="2176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15783" y="2084831"/>
            <a:ext cx="2176272" cy="56692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47888" y="2084831"/>
            <a:ext cx="512064" cy="512064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8" y="20848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223" y="2724912"/>
            <a:ext cx="2039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Raj, 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3" y="303580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Parent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1" y="3429000"/>
            <a:ext cx="19933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12121"/>
                </a:solidFill>
                <a:latin typeface="Calibri"/>
              </a:rPr>
              <a:t>"With a busy schedule I never know
what to make from leftover ingredients."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65792" y="2084831"/>
            <a:ext cx="2176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65792" y="2084831"/>
            <a:ext cx="2176272" cy="56692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597896" y="2084831"/>
            <a:ext cx="512064" cy="512064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97896" y="20848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2724912"/>
            <a:ext cx="2039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Calibri"/>
              </a:rPr>
              <a:t>Alex, 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303580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University Student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3429000"/>
            <a:ext cx="19933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12121"/>
                </a:solidFill>
                <a:latin typeface="Calibri"/>
              </a:rPr>
              <a:t>"Living alone means food expires before
I get a chance to use it all up."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1137265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164592" cy="1325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61872"/>
            <a:ext cx="10667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212121"/>
                </a:solidFill>
                <a:latin typeface="Calibri"/>
              </a:rPr>
              <a:t>Home cooks often struggle to decide what to make when they have leftover or mismatched ingredients, leading to food waste and unnecessary grocery trips.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356616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Food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Ingredients expire
before they are 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697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2697480"/>
            <a:ext cx="356616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2724912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Unnecessary Trips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29184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Buying items already
in the fridge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2697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80" y="2697480"/>
            <a:ext cx="356616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2724912"/>
            <a:ext cx="33832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No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9184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No hands-free help
while cooking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Primary Goal: Reduce food waste and simplify meal planning by helping users make the most of what they already have.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One app — from fridge to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" y="1115568"/>
            <a:ext cx="2457493" cy="5047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in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2347765" cy="4937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932981" y="1115568"/>
            <a:ext cx="2422291" cy="50474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cipes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45" y="1170432"/>
            <a:ext cx="2312564" cy="4937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6168" y="1170432"/>
            <a:ext cx="6248463" cy="493776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4768" y="1298448"/>
            <a:ext cx="62210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Snap &amp; Cook solves this by: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4768" y="1847088"/>
            <a:ext cx="256032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0528" y="1847088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Snap a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0528" y="2121408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Gemini AI identifies your ingredients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4768" y="2688336"/>
            <a:ext cx="256032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0528" y="2688336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Find recipes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0528" y="2962656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Spoonacular matches what you 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4768" y="3529584"/>
            <a:ext cx="256032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0528" y="3529584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Scan barcodes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0528" y="3803904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ML Kit + Open Food 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4768" y="4370832"/>
            <a:ext cx="256032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0528" y="4370832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Cook hands-free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0528" y="4645152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TTS reads steps, voice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4768" y="5212080"/>
            <a:ext cx="256032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0528" y="5212080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Calibri"/>
              </a:rPr>
              <a:t>Save for 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0528" y="5486400"/>
            <a:ext cx="55809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Offline access via Room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Ingredient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Google Gemini 1.5 Flash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447089" y="1115568"/>
            <a:ext cx="2476686" cy="51389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how Ingre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953" y="1170432"/>
            <a:ext cx="2366958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1234440"/>
            <a:ext cx="899903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899903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212121"/>
                </a:solidFill>
                <a:latin typeface="Calibri"/>
              </a:rPr>
              <a:t>1.  Take a photo or choose from gallery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12121"/>
                </a:solidFill>
                <a:latin typeface="Calibri"/>
              </a:rPr>
              <a:t>2.  Image sent to Gemini 1.5 Flash (cloud AI)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12121"/>
                </a:solidFill>
                <a:latin typeface="Calibri"/>
              </a:rPr>
              <a:t>3.  AI returns a list of specific ingredients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12121"/>
                </a:solidFill>
                <a:latin typeface="Calibri"/>
              </a:rPr>
              <a:t>4.  Review, edit, add or remove items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12121"/>
                </a:solidFill>
                <a:latin typeface="Calibri"/>
              </a:rPr>
              <a:t>5.  Hit Find Recipes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8999033" cy="1874519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872471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Behind the scenes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872471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- Prompt bans generic labels (no 'vegetable', 'food')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- Multiple photos merged &amp; deduplicated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- Returns empty list gracefully on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Recipe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Spoonacular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" y="1115568"/>
            <a:ext cx="2465116" cy="51389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cipes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0432"/>
            <a:ext cx="2355389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1188" y="1234440"/>
            <a:ext cx="88277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5E20"/>
                </a:solidFill>
                <a:latin typeface="Calibri"/>
              </a:rPr>
              <a:t>What you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1188" y="1737360"/>
            <a:ext cx="882772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Up to 6 matched recipes returned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Paginate with Prev / Next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Green checkmark = ingredient you own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Bullet = ingredient you still need to buy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Cooking time, servings, calories displayed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YouTube cooking video embedded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Tap image for fullscreen view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Save recipe for offline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1188" y="5321808"/>
            <a:ext cx="8827723" cy="86868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4068" y="5394960"/>
            <a:ext cx="855340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API Key Rotation — multiple Spoonacular keys auto-swap on quota exhaustion. Zero interruption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Hands-Free Cooking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Text-to-Speech  +  Voice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445426" y="1115568"/>
            <a:ext cx="2478349" cy="51389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290" y="1170432"/>
            <a:ext cx="2368621" cy="502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1170432"/>
            <a:ext cx="8997370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87230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Text-to-Speech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872305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Reads each step aloud automatically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Toggle narration on / off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Mic activates after TTS finishes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Completion message spoken at 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22191"/>
            <a:ext cx="899737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87230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Voice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872305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"next"  —  advance step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"previous" / "back"  —  go back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"repeat"  —  re-read current step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Screen stays on during cooking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Barcode Scanning  &amp;  Saved Recipes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0908" y="1115568"/>
            <a:ext cx="2372868" cy="51389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ved Recip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772" y="1170432"/>
            <a:ext cx="226314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170432"/>
            <a:ext cx="9102852" cy="25146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8828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Barcode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882853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ML Kit scans barcode via camera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Open Food Facts resolves product name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Ingredient added automatically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Works on EAN/UPC packaged goods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22191"/>
            <a:ext cx="91028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2"/>
            <a:ext cx="88285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Saved Recipes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88285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Saved to Room (SQLite) — works offline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Search through saved recipes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Recently saved shown on home screen</a:t>
            </a:r>
          </a:p>
          <a:p>
            <a:pPr algn="l">
              <a:spcBef>
                <a:spcPts val="700"/>
              </a:spcBef>
            </a:pPr>
            <a:r>
              <a:rPr sz="1400" b="0">
                <a:solidFill>
                  <a:srgbClr val="212121"/>
                </a:solidFill>
                <a:latin typeface="Calibri"/>
              </a:rPr>
              <a:t>Tap to open full recipe &amp; cooking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  <a:latin typeface="Calibri"/>
              </a:rPr>
              <a:t>MVVM + Repository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67665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3502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 Activities  +  5 ViewModels  + 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F00"/>
                </a:solidFill>
                <a:latin typeface="Calibri"/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6766560" cy="8229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85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86000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RecipeRepository  —  key rotation on HTTP 402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443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F00"/>
                </a:solidFill>
                <a:latin typeface="Calibri"/>
              </a:rPr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72384"/>
            <a:ext cx="676656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Remote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36976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Gemini  |  Spoonacular  |  Open Food 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953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F00"/>
                </a:solidFill>
                <a:latin typeface="Calibri"/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67665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0873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Room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187952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SavedRecipe entity  |  RecipeDao  |  Gson converter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F00"/>
                </a:solidFill>
                <a:latin typeface="Calibri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74336"/>
            <a:ext cx="6766560" cy="8229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383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ML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138928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IngredientDetector  —  Bitmap -&gt; JPEG -&gt; Gemini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170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Calibri"/>
              </a:rPr>
              <a:t>Key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627632"/>
            <a:ext cx="448056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167335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LiveData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9659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UI observes data — no polling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478024"/>
            <a:ext cx="448056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25237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Coroutines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163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Non-blocking I/O on Dispatchers.IO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328416"/>
            <a:ext cx="448056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37413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Key Rotation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66674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 API keys, auto-swap on HTTP 402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4178808"/>
            <a:ext cx="448056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2245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Singletons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51713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GeminiClient, RetrofitClient, AppDatabase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5029200"/>
            <a:ext cx="4480560" cy="77724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507492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Calibri"/>
              </a:rPr>
              <a:t>ViewBinding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3675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Type-safe views, no findViewById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0972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74536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BB6A"/>
                </a:solidFill>
                <a:latin typeface="Calibri"/>
              </a:rPr>
              <a:t>Snap &amp; Cook  |  CSD3156 Mobile and Cloud Computing  |  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36118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24358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&amp;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81051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Gemini 1.5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762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ML Kit Barcode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420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CameraX 1.4.2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1170432"/>
            <a:ext cx="3611880" cy="5029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124358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8" y="167335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81051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Retrofit 2.11 + OkHttp 4.12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762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Spoonacular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420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Open Food Facts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1170432"/>
            <a:ext cx="36118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29016" y="124358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1856" y="167335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181051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Room 2.6.1 (SQLite)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1762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Gson serialisation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5420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LiveData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93591"/>
            <a:ext cx="361188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366674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UI &amp; 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96511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42336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Material Design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5994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ViewBinding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96519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Glide 4.16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33095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Dark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3088" y="3593591"/>
            <a:ext cx="361188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70248" y="366674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Language &amp; Build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33088" y="4096511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42336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Kotlin 2.0.21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5994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Coroutines 1.8.1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6519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Min SDK 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91856" y="3593591"/>
            <a:ext cx="3611880" cy="5029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29016" y="366674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Voice &amp; Audio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91856" y="4096511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56448" y="423367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TextToSpeech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59943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SpeechRecognizer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965192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- Screen-on flag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127" y="378648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  <a:latin typeface="Calibri"/>
              </a:rPr>
              <a:t>App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27" y="1567368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A726"/>
                </a:solidFill>
                <a:latin typeface="Calibri"/>
              </a:rPr>
              <a:t>Snap &amp; Cook  —  End-to-End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7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BB6A"/>
                </a:solidFill>
                <a:latin typeface="Calibri"/>
              </a:rPr>
              <a:t>Snap  -&gt;  Detect  -&gt;  Find Recipes  -&gt;  Cook Hands-Free  -&gt;  Save</a:t>
            </a:r>
          </a:p>
        </p:txBody>
      </p:sp>
      <p:pic>
        <p:nvPicPr>
          <p:cNvPr id="11" name="Online Media 10" title="snap&amp;cook app demo">
            <a:hlinkClick r:id="" action="ppaction://media"/>
            <a:extLst>
              <a:ext uri="{FF2B5EF4-FFF2-40B4-BE49-F238E27FC236}">
                <a16:creationId xmlns:a16="http://schemas.microsoft.com/office/drawing/2014/main" id="{AAFC0DA6-4B28-FAAF-1BF2-5D89241639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45372" y="2172568"/>
            <a:ext cx="6897954" cy="38973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127" y="2289069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27" y="4170998"/>
            <a:ext cx="1218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SG" sz="2400" dirty="0">
                <a:solidFill>
                  <a:schemeClr val="bg1"/>
                </a:solidFill>
              </a:rPr>
              <a:t> &amp; </a:t>
            </a:r>
            <a:r>
              <a:rPr lang="en-SG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 Demo</a:t>
            </a:r>
            <a:endParaRPr lang="en-SG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895</Words>
  <Application>Microsoft Office PowerPoint</Application>
  <PresentationFormat>Custom</PresentationFormat>
  <Paragraphs>166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Brown White</cp:lastModifiedBy>
  <cp:revision>5</cp:revision>
  <dcterms:created xsi:type="dcterms:W3CDTF">2013-01-27T09:14:16Z</dcterms:created>
  <dcterms:modified xsi:type="dcterms:W3CDTF">2026-02-22T15:26:59Z</dcterms:modified>
  <cp:category/>
</cp:coreProperties>
</file>